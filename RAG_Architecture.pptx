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86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diagram: RAG implementation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deployment layout aligned to your workbook-driven evaluation.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NRC/SAR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(structured + narrative)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343400" y="19659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USCG Directives/SOP PDFs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URLs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ETL / Cleaning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(minimal fields)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3246120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343400" y="3246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extraction + chunking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(page ranges)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3246120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92440" y="3246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+ Reranker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(confidence)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store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(warehouse / lake)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43400" y="4526280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43400" y="45262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 / index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(ChunkID, URL)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92440" y="4526280"/>
            <a:ext cx="3840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092440" y="4526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guardrails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(citations required)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32520" y="557784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732520" y="5577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+ evidence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(checklist, cites)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06240" y="235458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514600" y="2743200"/>
            <a:ext cx="0" cy="5029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514600" y="4023360"/>
            <a:ext cx="0" cy="5029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035040" y="2743200"/>
            <a:ext cx="0" cy="5029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035040" y="4023360"/>
            <a:ext cx="0" cy="5029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726680" y="363474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726680" y="491490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012680" y="530352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12680" y="5486400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332720" y="5486400"/>
            <a:ext cx="0" cy="914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2296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Workbook-driven evaluation loop (offline/QA)</a:t>
            </a:r>
            <a:endParaRPr lang="en-US" sz="1600" dirty="0"/>
          </a:p>
        </p:txBody>
      </p:sp>
      <p:sp>
        <p:nvSpPr>
          <p:cNvPr id="34" name="Rounded Rectangle 33"/>
          <p:cNvSpPr/>
          <p:nvPr/>
        </p:nvSpPr>
        <p:spPr>
          <a:xfrm>
            <a:off x="4640580" y="5550020"/>
            <a:ext cx="3383280" cy="65000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Local LLM-as-Judge (Evaluation)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RAGAS/</a:t>
            </a:r>
            <a:r>
              <a:rPr dirty="0" err="1"/>
              <a:t>TruLens</a:t>
            </a:r>
            <a:r>
              <a:rPr dirty="0"/>
              <a:t> metrics • Quote-required grounding checks</a:t>
            </a:r>
          </a:p>
        </p:txBody>
      </p:sp>
      <p:cxnSp>
        <p:nvCxnSpPr>
          <p:cNvPr id="35" name="Connector 34"/>
          <p:cNvCxnSpPr>
            <a:cxnSpLocks/>
            <a:endCxn id="34" idx="0"/>
          </p:cNvCxnSpPr>
          <p:nvPr/>
        </p:nvCxnSpPr>
        <p:spPr>
          <a:xfrm flipH="1">
            <a:off x="6332220" y="4023360"/>
            <a:ext cx="3680460" cy="15266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  <a:endCxn id="34" idx="3"/>
          </p:cNvCxnSpPr>
          <p:nvPr/>
        </p:nvCxnSpPr>
        <p:spPr>
          <a:xfrm flipH="1" flipV="1">
            <a:off x="8023860" y="5875020"/>
            <a:ext cx="708660" cy="914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6633</TotalTime>
  <Words>107</Words>
  <Application>Microsoft Macintosh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ERNEST GREEN</cp:lastModifiedBy>
  <cp:revision>3</cp:revision>
  <dcterms:created xsi:type="dcterms:W3CDTF">2026-02-05T21:14:31Z</dcterms:created>
  <dcterms:modified xsi:type="dcterms:W3CDTF">2026-02-10T15:01:55Z</dcterms:modified>
</cp:coreProperties>
</file>